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3" roundtripDataSignature="AMtx7migoJh5lzdIl+cFEosyCz3ms+XW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5915ce685_2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c5915ce685_2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5915ce685_2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c5915ce685_2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5915ce685_2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c5915ce685_2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c5915ce685_2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c5915ce685_2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5915ce685_2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c5915ce685_2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3664500" y="304350"/>
            <a:ext cx="1815000" cy="771900"/>
          </a:xfrm>
          <a:prstGeom prst="wave">
            <a:avLst>
              <a:gd fmla="val 6999" name="adj1"/>
              <a:gd fmla="val 0" name="adj2"/>
            </a:avLst>
          </a:prstGeom>
          <a:solidFill>
            <a:srgbClr val="FF99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/>
              <a:t>Arquitetura</a:t>
            </a:r>
            <a:r>
              <a:rPr lang="pt-BR" sz="1200"/>
              <a:t> de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/>
              <a:t>negócio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830527" y="2513850"/>
            <a:ext cx="1002600" cy="531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/>
              <a:t>Data </a:t>
            </a:r>
            <a:endParaRPr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/>
              <a:t>Center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1"/>
          <p:cNvGrpSpPr/>
          <p:nvPr/>
        </p:nvGrpSpPr>
        <p:grpSpPr>
          <a:xfrm>
            <a:off x="338849" y="3287000"/>
            <a:ext cx="1136523" cy="1080100"/>
            <a:chOff x="6678486" y="3204287"/>
            <a:chExt cx="1078500" cy="1080100"/>
          </a:xfrm>
        </p:grpSpPr>
        <p:grpSp>
          <p:nvGrpSpPr>
            <p:cNvPr id="57" name="Google Shape;57;p1"/>
            <p:cNvGrpSpPr/>
            <p:nvPr/>
          </p:nvGrpSpPr>
          <p:grpSpPr>
            <a:xfrm>
              <a:off x="7044733" y="3204287"/>
              <a:ext cx="308885" cy="587736"/>
              <a:chOff x="1499725" y="1450825"/>
              <a:chExt cx="497400" cy="843600"/>
            </a:xfrm>
          </p:grpSpPr>
          <p:sp>
            <p:nvSpPr>
              <p:cNvPr id="58" name="Google Shape;58;p1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9" name="Google Shape;59;p1"/>
              <p:cNvCxnSpPr>
                <a:stCxn id="58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1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3" name="Google Shape;63;p1"/>
            <p:cNvSpPr txBox="1"/>
            <p:nvPr/>
          </p:nvSpPr>
          <p:spPr>
            <a:xfrm>
              <a:off x="6678486" y="3691887"/>
              <a:ext cx="1078500" cy="5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pt-BR" sz="1200"/>
                <a:t>Engenheiro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oogle Shape;64;p1"/>
          <p:cNvGrpSpPr/>
          <p:nvPr/>
        </p:nvGrpSpPr>
        <p:grpSpPr>
          <a:xfrm>
            <a:off x="354877" y="1497565"/>
            <a:ext cx="1021200" cy="830484"/>
            <a:chOff x="2852000" y="3424900"/>
            <a:chExt cx="1021200" cy="830484"/>
          </a:xfrm>
        </p:grpSpPr>
        <p:grpSp>
          <p:nvGrpSpPr>
            <p:cNvPr id="65" name="Google Shape;65;p1"/>
            <p:cNvGrpSpPr/>
            <p:nvPr/>
          </p:nvGrpSpPr>
          <p:grpSpPr>
            <a:xfrm>
              <a:off x="3206355" y="3424900"/>
              <a:ext cx="308885" cy="587736"/>
              <a:chOff x="1499725" y="1450825"/>
              <a:chExt cx="497400" cy="843600"/>
            </a:xfrm>
          </p:grpSpPr>
          <p:sp>
            <p:nvSpPr>
              <p:cNvPr id="66" name="Google Shape;66;p1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" name="Google Shape;67;p1"/>
              <p:cNvCxnSpPr>
                <a:stCxn id="66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1" name="Google Shape;71;p1"/>
            <p:cNvSpPr txBox="1"/>
            <p:nvPr/>
          </p:nvSpPr>
          <p:spPr>
            <a:xfrm>
              <a:off x="2852000" y="3912484"/>
              <a:ext cx="1021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pt-BR" sz="1200"/>
                <a:t>Telefônica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" name="Google Shape;72;p1"/>
          <p:cNvCxnSpPr>
            <a:endCxn id="55" idx="0"/>
          </p:cNvCxnSpPr>
          <p:nvPr/>
        </p:nvCxnSpPr>
        <p:spPr>
          <a:xfrm>
            <a:off x="1195427" y="1800450"/>
            <a:ext cx="1136400" cy="713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"/>
          <p:cNvCxnSpPr>
            <a:endCxn id="55" idx="2"/>
          </p:cNvCxnSpPr>
          <p:nvPr/>
        </p:nvCxnSpPr>
        <p:spPr>
          <a:xfrm flipH="1" rot="10800000">
            <a:off x="1158527" y="3045450"/>
            <a:ext cx="1173300" cy="592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"/>
          <p:cNvSpPr txBox="1"/>
          <p:nvPr/>
        </p:nvSpPr>
        <p:spPr>
          <a:xfrm>
            <a:off x="2170800" y="1736013"/>
            <a:ext cx="30339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❖"/>
            </a:pPr>
            <a:r>
              <a:rPr lang="pt-BR" sz="1000">
                <a:solidFill>
                  <a:schemeClr val="dk1"/>
                </a:solidFill>
              </a:rPr>
              <a:t>Fornecer as informações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❖"/>
            </a:pPr>
            <a:r>
              <a:rPr lang="pt-BR" sz="1000">
                <a:solidFill>
                  <a:schemeClr val="dk1"/>
                </a:solidFill>
              </a:rPr>
              <a:t>Gestão</a:t>
            </a:r>
            <a:r>
              <a:rPr lang="pt-BR" sz="1000">
                <a:solidFill>
                  <a:schemeClr val="dk1"/>
                </a:solidFill>
              </a:rPr>
              <a:t> do sistema </a:t>
            </a:r>
            <a:r>
              <a:rPr lang="pt-BR" sz="1000">
                <a:solidFill>
                  <a:schemeClr val="dk1"/>
                </a:solidFill>
              </a:rPr>
              <a:t>elétrico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❖"/>
            </a:pPr>
            <a:r>
              <a:rPr lang="pt-BR" sz="1000">
                <a:solidFill>
                  <a:schemeClr val="dk1"/>
                </a:solidFill>
              </a:rPr>
              <a:t>Definir os servidores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2170800" y="3547250"/>
            <a:ext cx="30339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❖"/>
            </a:pPr>
            <a:r>
              <a:rPr lang="pt-BR" sz="1000">
                <a:solidFill>
                  <a:schemeClr val="dk1"/>
                </a:solidFill>
              </a:rPr>
              <a:t>Identificar falhas na rede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❖"/>
            </a:pPr>
            <a:r>
              <a:rPr lang="pt-BR" sz="1000">
                <a:solidFill>
                  <a:schemeClr val="dk1"/>
                </a:solidFill>
              </a:rPr>
              <a:t>Realizar manutenções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❖"/>
            </a:pPr>
            <a:r>
              <a:rPr lang="pt-BR" sz="1000">
                <a:solidFill>
                  <a:schemeClr val="dk1"/>
                </a:solidFill>
              </a:rPr>
              <a:t>Evitar sobrecargas do sistema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❖"/>
            </a:pPr>
            <a:r>
              <a:rPr lang="pt-BR" sz="1000">
                <a:solidFill>
                  <a:schemeClr val="dk1"/>
                </a:solidFill>
              </a:rPr>
              <a:t>Diagnosticar condições anormais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7924500" y="4591850"/>
            <a:ext cx="1159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Legenda: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❖"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Cenários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/>
        </p:nvSpPr>
        <p:spPr>
          <a:xfrm>
            <a:off x="130400" y="1445725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664500" y="287575"/>
            <a:ext cx="1815000" cy="771900"/>
          </a:xfrm>
          <a:prstGeom prst="wave">
            <a:avLst>
              <a:gd fmla="val 6999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Fornecer informações</a:t>
            </a:r>
            <a:endParaRPr b="1" sz="1100">
              <a:solidFill>
                <a:schemeClr val="dk1"/>
              </a:solidFill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2083052" y="1838802"/>
            <a:ext cx="1021200" cy="830484"/>
            <a:chOff x="2852000" y="3424900"/>
            <a:chExt cx="1021200" cy="830484"/>
          </a:xfrm>
        </p:grpSpPr>
        <p:grpSp>
          <p:nvGrpSpPr>
            <p:cNvPr id="84" name="Google Shape;84;p2"/>
            <p:cNvGrpSpPr/>
            <p:nvPr/>
          </p:nvGrpSpPr>
          <p:grpSpPr>
            <a:xfrm>
              <a:off x="3206355" y="3424900"/>
              <a:ext cx="308885" cy="587736"/>
              <a:chOff x="1499725" y="1450825"/>
              <a:chExt cx="497400" cy="843600"/>
            </a:xfrm>
          </p:grpSpPr>
          <p:sp>
            <p:nvSpPr>
              <p:cNvPr id="85" name="Google Shape;85;p2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6" name="Google Shape;86;p2"/>
              <p:cNvCxnSpPr>
                <a:stCxn id="85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90" name="Google Shape;90;p2"/>
            <p:cNvSpPr txBox="1"/>
            <p:nvPr/>
          </p:nvSpPr>
          <p:spPr>
            <a:xfrm>
              <a:off x="2852000" y="3912484"/>
              <a:ext cx="1021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pt-BR" sz="1200"/>
                <a:t>Telefônica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1" name="Google Shape;91;p2"/>
          <p:cNvCxnSpPr>
            <a:stCxn id="92" idx="0"/>
            <a:endCxn id="82" idx="2"/>
          </p:cNvCxnSpPr>
          <p:nvPr/>
        </p:nvCxnSpPr>
        <p:spPr>
          <a:xfrm rot="-5400000">
            <a:off x="3962349" y="1229200"/>
            <a:ext cx="833400" cy="385800"/>
          </a:xfrm>
          <a:prstGeom prst="curvedConnector3">
            <a:avLst>
              <a:gd fmla="val 4687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"/>
          <p:cNvSpPr txBox="1"/>
          <p:nvPr/>
        </p:nvSpPr>
        <p:spPr>
          <a:xfrm>
            <a:off x="130400" y="2813122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2"/>
          <p:cNvCxnSpPr>
            <a:stCxn id="85" idx="0"/>
            <a:endCxn id="82" idx="2"/>
          </p:cNvCxnSpPr>
          <p:nvPr/>
        </p:nvCxnSpPr>
        <p:spPr>
          <a:xfrm rot="-5400000">
            <a:off x="3167075" y="433902"/>
            <a:ext cx="833400" cy="1976400"/>
          </a:xfrm>
          <a:prstGeom prst="curvedConnector3">
            <a:avLst>
              <a:gd fmla="val 4687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2"/>
          <p:cNvCxnSpPr>
            <a:stCxn id="92" idx="2"/>
          </p:cNvCxnSpPr>
          <p:nvPr/>
        </p:nvCxnSpPr>
        <p:spPr>
          <a:xfrm flipH="1" rot="-5400000">
            <a:off x="3935199" y="2621350"/>
            <a:ext cx="810000" cy="308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2"/>
          <p:cNvSpPr/>
          <p:nvPr/>
        </p:nvSpPr>
        <p:spPr>
          <a:xfrm>
            <a:off x="3600450" y="3199375"/>
            <a:ext cx="1723200" cy="771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pt-BR" sz="1000"/>
              <a:t>Fornecer as informações necessárias para a construção do Data Center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3564399" y="1838800"/>
            <a:ext cx="1243500" cy="531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/>
              <a:t>Setor de planejamento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130400" y="1445725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64500" y="319125"/>
            <a:ext cx="1815000" cy="771900"/>
          </a:xfrm>
          <a:prstGeom prst="wave">
            <a:avLst>
              <a:gd fmla="val 6999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Gestão do sistema elétrico</a:t>
            </a:r>
            <a:endParaRPr b="1" sz="1100">
              <a:solidFill>
                <a:schemeClr val="dk1"/>
              </a:solidFill>
            </a:endParaRPr>
          </a:p>
        </p:txBody>
      </p:sp>
      <p:grpSp>
        <p:nvGrpSpPr>
          <p:cNvPr id="103" name="Google Shape;103;p3"/>
          <p:cNvGrpSpPr/>
          <p:nvPr/>
        </p:nvGrpSpPr>
        <p:grpSpPr>
          <a:xfrm>
            <a:off x="1485327" y="1888715"/>
            <a:ext cx="1021200" cy="830484"/>
            <a:chOff x="2852000" y="3424900"/>
            <a:chExt cx="1021200" cy="830484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3206355" y="3424900"/>
              <a:ext cx="308885" cy="587736"/>
              <a:chOff x="1499725" y="1450825"/>
              <a:chExt cx="497400" cy="843600"/>
            </a:xfrm>
          </p:grpSpPr>
          <p:sp>
            <p:nvSpPr>
              <p:cNvPr id="105" name="Google Shape;105;p3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6" name="Google Shape;106;p3"/>
              <p:cNvCxnSpPr>
                <a:stCxn id="105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3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3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3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10" name="Google Shape;110;p3"/>
            <p:cNvSpPr txBox="1"/>
            <p:nvPr/>
          </p:nvSpPr>
          <p:spPr>
            <a:xfrm>
              <a:off x="2852000" y="3912484"/>
              <a:ext cx="1021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Telefônica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1" name="Google Shape;111;p3"/>
          <p:cNvCxnSpPr>
            <a:stCxn id="112" idx="0"/>
            <a:endCxn id="102" idx="2"/>
          </p:cNvCxnSpPr>
          <p:nvPr/>
        </p:nvCxnSpPr>
        <p:spPr>
          <a:xfrm rot="-5400000">
            <a:off x="3917952" y="1184638"/>
            <a:ext cx="801900" cy="506400"/>
          </a:xfrm>
          <a:prstGeom prst="curvedConnector3">
            <a:avLst>
              <a:gd fmla="val 4675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3"/>
          <p:cNvSpPr txBox="1"/>
          <p:nvPr/>
        </p:nvSpPr>
        <p:spPr>
          <a:xfrm>
            <a:off x="130400" y="2813122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3"/>
          <p:cNvCxnSpPr>
            <a:stCxn id="105" idx="0"/>
            <a:endCxn id="102" idx="2"/>
          </p:cNvCxnSpPr>
          <p:nvPr/>
        </p:nvCxnSpPr>
        <p:spPr>
          <a:xfrm rot="-5400000">
            <a:off x="2859000" y="175865"/>
            <a:ext cx="851700" cy="2574000"/>
          </a:xfrm>
          <a:prstGeom prst="curvedConnector3">
            <a:avLst>
              <a:gd fmla="val 4694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" name="Google Shape;115;p3"/>
          <p:cNvGrpSpPr/>
          <p:nvPr/>
        </p:nvGrpSpPr>
        <p:grpSpPr>
          <a:xfrm>
            <a:off x="5624875" y="1838801"/>
            <a:ext cx="1653000" cy="830499"/>
            <a:chOff x="6346623" y="3204287"/>
            <a:chExt cx="1653000" cy="830499"/>
          </a:xfrm>
        </p:grpSpPr>
        <p:grpSp>
          <p:nvGrpSpPr>
            <p:cNvPr id="116" name="Google Shape;116;p3"/>
            <p:cNvGrpSpPr/>
            <p:nvPr/>
          </p:nvGrpSpPr>
          <p:grpSpPr>
            <a:xfrm>
              <a:off x="7044733" y="3204287"/>
              <a:ext cx="308885" cy="587736"/>
              <a:chOff x="1499725" y="1450825"/>
              <a:chExt cx="497400" cy="843600"/>
            </a:xfrm>
          </p:grpSpPr>
          <p:sp>
            <p:nvSpPr>
              <p:cNvPr id="117" name="Google Shape;117;p3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8" name="Google Shape;118;p3"/>
              <p:cNvCxnSpPr>
                <a:stCxn id="117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3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3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3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22" name="Google Shape;122;p3"/>
            <p:cNvSpPr txBox="1"/>
            <p:nvPr/>
          </p:nvSpPr>
          <p:spPr>
            <a:xfrm>
              <a:off x="6346623" y="3691886"/>
              <a:ext cx="165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Engenheiro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3" name="Google Shape;123;p3"/>
          <p:cNvCxnSpPr>
            <a:stCxn id="117" idx="0"/>
            <a:endCxn id="102" idx="2"/>
          </p:cNvCxnSpPr>
          <p:nvPr/>
        </p:nvCxnSpPr>
        <p:spPr>
          <a:xfrm flipH="1" rot="5400000">
            <a:off x="5125604" y="483251"/>
            <a:ext cx="801900" cy="1909200"/>
          </a:xfrm>
          <a:prstGeom prst="curvedConnector3">
            <a:avLst>
              <a:gd fmla="val 4675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3"/>
          <p:cNvCxnSpPr>
            <a:stCxn id="112" idx="2"/>
            <a:endCxn id="125" idx="1"/>
          </p:cNvCxnSpPr>
          <p:nvPr/>
        </p:nvCxnSpPr>
        <p:spPr>
          <a:xfrm rot="5400000">
            <a:off x="3264102" y="2811688"/>
            <a:ext cx="1242900" cy="360300"/>
          </a:xfrm>
          <a:prstGeom prst="curvedConnector4">
            <a:avLst>
              <a:gd fmla="val 37424" name="adj1"/>
              <a:gd fmla="val 16607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3"/>
          <p:cNvSpPr/>
          <p:nvPr/>
        </p:nvSpPr>
        <p:spPr>
          <a:xfrm>
            <a:off x="3705450" y="3300675"/>
            <a:ext cx="1723200" cy="625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pt-BR" sz="1000"/>
              <a:t>Gerir todo o sistema utilizando o Power Scada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564402" y="1838788"/>
            <a:ext cx="1002600" cy="531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/>
              <a:t>Power Scada Operation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5915ce685_2_616"/>
          <p:cNvSpPr txBox="1"/>
          <p:nvPr/>
        </p:nvSpPr>
        <p:spPr>
          <a:xfrm>
            <a:off x="130400" y="1445725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c5915ce685_2_616"/>
          <p:cNvSpPr/>
          <p:nvPr/>
        </p:nvSpPr>
        <p:spPr>
          <a:xfrm>
            <a:off x="3659550" y="304350"/>
            <a:ext cx="1815000" cy="771900"/>
          </a:xfrm>
          <a:prstGeom prst="wave">
            <a:avLst>
              <a:gd fmla="val 6999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Definir os servidores</a:t>
            </a:r>
            <a:endParaRPr b="1" sz="1100">
              <a:solidFill>
                <a:schemeClr val="dk1"/>
              </a:solidFill>
            </a:endParaRPr>
          </a:p>
        </p:txBody>
      </p:sp>
      <p:grpSp>
        <p:nvGrpSpPr>
          <p:cNvPr id="132" name="Google Shape;132;gc5915ce685_2_616"/>
          <p:cNvGrpSpPr/>
          <p:nvPr/>
        </p:nvGrpSpPr>
        <p:grpSpPr>
          <a:xfrm>
            <a:off x="1485327" y="1888715"/>
            <a:ext cx="1021200" cy="830484"/>
            <a:chOff x="2852000" y="3424900"/>
            <a:chExt cx="1021200" cy="830484"/>
          </a:xfrm>
        </p:grpSpPr>
        <p:grpSp>
          <p:nvGrpSpPr>
            <p:cNvPr id="133" name="Google Shape;133;gc5915ce685_2_616"/>
            <p:cNvGrpSpPr/>
            <p:nvPr/>
          </p:nvGrpSpPr>
          <p:grpSpPr>
            <a:xfrm>
              <a:off x="3206356" y="3424900"/>
              <a:ext cx="308885" cy="587736"/>
              <a:chOff x="1499725" y="1450825"/>
              <a:chExt cx="497400" cy="843600"/>
            </a:xfrm>
          </p:grpSpPr>
          <p:sp>
            <p:nvSpPr>
              <p:cNvPr id="134" name="Google Shape;134;gc5915ce685_2_616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5" name="Google Shape;135;gc5915ce685_2_616"/>
              <p:cNvCxnSpPr>
                <a:stCxn id="134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gc5915ce685_2_616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gc5915ce685_2_616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gc5915ce685_2_616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39" name="Google Shape;139;gc5915ce685_2_616"/>
            <p:cNvSpPr txBox="1"/>
            <p:nvPr/>
          </p:nvSpPr>
          <p:spPr>
            <a:xfrm>
              <a:off x="2852000" y="3912484"/>
              <a:ext cx="1021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Telefônica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0" name="Google Shape;140;gc5915ce685_2_616"/>
          <p:cNvCxnSpPr>
            <a:stCxn id="141" idx="0"/>
            <a:endCxn id="131" idx="2"/>
          </p:cNvCxnSpPr>
          <p:nvPr/>
        </p:nvCxnSpPr>
        <p:spPr>
          <a:xfrm rot="-5400000">
            <a:off x="3908052" y="1179838"/>
            <a:ext cx="816600" cy="501300"/>
          </a:xfrm>
          <a:prstGeom prst="curvedConnector3">
            <a:avLst>
              <a:gd fmla="val 468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gc5915ce685_2_616"/>
          <p:cNvSpPr txBox="1"/>
          <p:nvPr/>
        </p:nvSpPr>
        <p:spPr>
          <a:xfrm>
            <a:off x="130400" y="2813122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gc5915ce685_2_616"/>
          <p:cNvCxnSpPr>
            <a:stCxn id="134" idx="0"/>
            <a:endCxn id="131" idx="2"/>
          </p:cNvCxnSpPr>
          <p:nvPr/>
        </p:nvCxnSpPr>
        <p:spPr>
          <a:xfrm rot="-5400000">
            <a:off x="2849252" y="170915"/>
            <a:ext cx="866400" cy="2569200"/>
          </a:xfrm>
          <a:prstGeom prst="curvedConnector3">
            <a:avLst>
              <a:gd fmla="val 47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4" name="Google Shape;144;gc5915ce685_2_616"/>
          <p:cNvGrpSpPr/>
          <p:nvPr/>
        </p:nvGrpSpPr>
        <p:grpSpPr>
          <a:xfrm>
            <a:off x="5624875" y="1838801"/>
            <a:ext cx="1653000" cy="830499"/>
            <a:chOff x="6346623" y="3204287"/>
            <a:chExt cx="1653000" cy="830499"/>
          </a:xfrm>
        </p:grpSpPr>
        <p:grpSp>
          <p:nvGrpSpPr>
            <p:cNvPr id="145" name="Google Shape;145;gc5915ce685_2_616"/>
            <p:cNvGrpSpPr/>
            <p:nvPr/>
          </p:nvGrpSpPr>
          <p:grpSpPr>
            <a:xfrm>
              <a:off x="7044734" y="3204287"/>
              <a:ext cx="308885" cy="587736"/>
              <a:chOff x="1499725" y="1450825"/>
              <a:chExt cx="497400" cy="843600"/>
            </a:xfrm>
          </p:grpSpPr>
          <p:sp>
            <p:nvSpPr>
              <p:cNvPr id="146" name="Google Shape;146;gc5915ce685_2_616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7" name="Google Shape;147;gc5915ce685_2_616"/>
              <p:cNvCxnSpPr>
                <a:stCxn id="146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gc5915ce685_2_616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gc5915ce685_2_616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gc5915ce685_2_616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1" name="Google Shape;151;gc5915ce685_2_616"/>
            <p:cNvSpPr txBox="1"/>
            <p:nvPr/>
          </p:nvSpPr>
          <p:spPr>
            <a:xfrm>
              <a:off x="6346623" y="3691886"/>
              <a:ext cx="165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Engenheiro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2" name="Google Shape;152;gc5915ce685_2_616"/>
          <p:cNvCxnSpPr>
            <a:stCxn id="146" idx="0"/>
            <a:endCxn id="131" idx="2"/>
          </p:cNvCxnSpPr>
          <p:nvPr/>
        </p:nvCxnSpPr>
        <p:spPr>
          <a:xfrm flipH="1" rot="5400000">
            <a:off x="5115855" y="473501"/>
            <a:ext cx="816600" cy="1914000"/>
          </a:xfrm>
          <a:prstGeom prst="curvedConnector3">
            <a:avLst>
              <a:gd fmla="val 468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gc5915ce685_2_616"/>
          <p:cNvCxnSpPr>
            <a:stCxn id="141" idx="2"/>
            <a:endCxn id="154" idx="1"/>
          </p:cNvCxnSpPr>
          <p:nvPr/>
        </p:nvCxnSpPr>
        <p:spPr>
          <a:xfrm rot="5400000">
            <a:off x="3264102" y="2811688"/>
            <a:ext cx="1242900" cy="360300"/>
          </a:xfrm>
          <a:prstGeom prst="curvedConnector4">
            <a:avLst>
              <a:gd fmla="val 37424" name="adj1"/>
              <a:gd fmla="val 16607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gc5915ce685_2_616"/>
          <p:cNvSpPr/>
          <p:nvPr/>
        </p:nvSpPr>
        <p:spPr>
          <a:xfrm>
            <a:off x="3705450" y="3300675"/>
            <a:ext cx="1723200" cy="625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pt-BR" sz="1000"/>
              <a:t>Criar servidores para o data center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c5915ce685_2_616"/>
          <p:cNvSpPr/>
          <p:nvPr/>
        </p:nvSpPr>
        <p:spPr>
          <a:xfrm>
            <a:off x="3564402" y="1838788"/>
            <a:ext cx="1002600" cy="531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/>
              <a:t>Power Scada Operation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5915ce685_2_588"/>
          <p:cNvSpPr txBox="1"/>
          <p:nvPr/>
        </p:nvSpPr>
        <p:spPr>
          <a:xfrm>
            <a:off x="130400" y="1445725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c5915ce685_2_588"/>
          <p:cNvSpPr/>
          <p:nvPr/>
        </p:nvSpPr>
        <p:spPr>
          <a:xfrm>
            <a:off x="3664500" y="363400"/>
            <a:ext cx="1815000" cy="771900"/>
          </a:xfrm>
          <a:prstGeom prst="wave">
            <a:avLst>
              <a:gd fmla="val 6999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Identificar falhas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na rede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161" name="Google Shape;161;gc5915ce685_2_588"/>
          <p:cNvCxnSpPr>
            <a:stCxn id="162" idx="0"/>
            <a:endCxn id="160" idx="2"/>
          </p:cNvCxnSpPr>
          <p:nvPr/>
        </p:nvCxnSpPr>
        <p:spPr>
          <a:xfrm rot="-5400000">
            <a:off x="3980950" y="1247800"/>
            <a:ext cx="757500" cy="424500"/>
          </a:xfrm>
          <a:prstGeom prst="curvedConnector3">
            <a:avLst>
              <a:gd fmla="val 4657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gc5915ce685_2_588"/>
          <p:cNvSpPr txBox="1"/>
          <p:nvPr/>
        </p:nvSpPr>
        <p:spPr>
          <a:xfrm>
            <a:off x="130400" y="2813122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gc5915ce685_2_588"/>
          <p:cNvGrpSpPr/>
          <p:nvPr/>
        </p:nvGrpSpPr>
        <p:grpSpPr>
          <a:xfrm>
            <a:off x="5055100" y="1751076"/>
            <a:ext cx="1291500" cy="830499"/>
            <a:chOff x="6545848" y="3204287"/>
            <a:chExt cx="1291500" cy="830499"/>
          </a:xfrm>
        </p:grpSpPr>
        <p:grpSp>
          <p:nvGrpSpPr>
            <p:cNvPr id="165" name="Google Shape;165;gc5915ce685_2_588"/>
            <p:cNvGrpSpPr/>
            <p:nvPr/>
          </p:nvGrpSpPr>
          <p:grpSpPr>
            <a:xfrm>
              <a:off x="7044734" y="3204287"/>
              <a:ext cx="308885" cy="587736"/>
              <a:chOff x="1499725" y="1450825"/>
              <a:chExt cx="497400" cy="843600"/>
            </a:xfrm>
          </p:grpSpPr>
          <p:sp>
            <p:nvSpPr>
              <p:cNvPr id="166" name="Google Shape;166;gc5915ce685_2_588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7" name="Google Shape;167;gc5915ce685_2_588"/>
              <p:cNvCxnSpPr>
                <a:stCxn id="166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gc5915ce685_2_588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" name="Google Shape;169;gc5915ce685_2_588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gc5915ce685_2_588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71" name="Google Shape;171;gc5915ce685_2_588"/>
            <p:cNvSpPr txBox="1"/>
            <p:nvPr/>
          </p:nvSpPr>
          <p:spPr>
            <a:xfrm>
              <a:off x="6545848" y="3691886"/>
              <a:ext cx="129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Engenheiro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2" name="Google Shape;172;gc5915ce685_2_588"/>
          <p:cNvCxnSpPr>
            <a:stCxn id="166" idx="0"/>
            <a:endCxn id="160" idx="2"/>
          </p:cNvCxnSpPr>
          <p:nvPr/>
        </p:nvCxnSpPr>
        <p:spPr>
          <a:xfrm flipH="1" rot="5400000">
            <a:off x="4807055" y="845976"/>
            <a:ext cx="669900" cy="1140300"/>
          </a:xfrm>
          <a:prstGeom prst="curvedConnector3">
            <a:avLst>
              <a:gd fmla="val 461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gc5915ce685_2_588"/>
          <p:cNvCxnSpPr>
            <a:stCxn id="162" idx="2"/>
            <a:endCxn id="174" idx="1"/>
          </p:cNvCxnSpPr>
          <p:nvPr/>
        </p:nvCxnSpPr>
        <p:spPr>
          <a:xfrm flipH="1" rot="-5400000">
            <a:off x="3891250" y="2717500"/>
            <a:ext cx="1150500" cy="638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gc5915ce685_2_588"/>
          <p:cNvSpPr/>
          <p:nvPr/>
        </p:nvSpPr>
        <p:spPr>
          <a:xfrm>
            <a:off x="4785675" y="3300675"/>
            <a:ext cx="1723200" cy="6225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pt-BR" sz="1000"/>
              <a:t>Identificar falhas na rede com o uso do software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c5915ce685_2_588"/>
          <p:cNvSpPr/>
          <p:nvPr/>
        </p:nvSpPr>
        <p:spPr>
          <a:xfrm>
            <a:off x="3438850" y="1838800"/>
            <a:ext cx="1417200" cy="622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/>
              <a:t>Power Scada gerenciamento de energia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5915ce685_2_560"/>
          <p:cNvSpPr txBox="1"/>
          <p:nvPr/>
        </p:nvSpPr>
        <p:spPr>
          <a:xfrm>
            <a:off x="130400" y="1445725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c5915ce685_2_560"/>
          <p:cNvSpPr/>
          <p:nvPr/>
        </p:nvSpPr>
        <p:spPr>
          <a:xfrm>
            <a:off x="3564400" y="269600"/>
            <a:ext cx="1815000" cy="771900"/>
          </a:xfrm>
          <a:prstGeom prst="wave">
            <a:avLst>
              <a:gd fmla="val 6999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Realizar manutenções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81" name="Google Shape;181;gc5915ce685_2_560"/>
          <p:cNvCxnSpPr>
            <a:stCxn id="182" idx="0"/>
            <a:endCxn id="180" idx="2"/>
          </p:cNvCxnSpPr>
          <p:nvPr/>
        </p:nvCxnSpPr>
        <p:spPr>
          <a:xfrm rot="-5400000">
            <a:off x="3492252" y="884113"/>
            <a:ext cx="876000" cy="1083000"/>
          </a:xfrm>
          <a:prstGeom prst="curvedConnector3">
            <a:avLst>
              <a:gd fmla="val 4704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gc5915ce685_2_560"/>
          <p:cNvSpPr txBox="1"/>
          <p:nvPr/>
        </p:nvSpPr>
        <p:spPr>
          <a:xfrm>
            <a:off x="130400" y="2813122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gc5915ce685_2_560"/>
          <p:cNvGrpSpPr/>
          <p:nvPr/>
        </p:nvGrpSpPr>
        <p:grpSpPr>
          <a:xfrm>
            <a:off x="6115885" y="1714111"/>
            <a:ext cx="1129075" cy="830497"/>
            <a:chOff x="6787882" y="3204287"/>
            <a:chExt cx="1069200" cy="830497"/>
          </a:xfrm>
        </p:grpSpPr>
        <p:grpSp>
          <p:nvGrpSpPr>
            <p:cNvPr id="185" name="Google Shape;185;gc5915ce685_2_560"/>
            <p:cNvGrpSpPr/>
            <p:nvPr/>
          </p:nvGrpSpPr>
          <p:grpSpPr>
            <a:xfrm>
              <a:off x="7044734" y="3204287"/>
              <a:ext cx="308885" cy="587736"/>
              <a:chOff x="1499725" y="1450825"/>
              <a:chExt cx="497400" cy="843600"/>
            </a:xfrm>
          </p:grpSpPr>
          <p:sp>
            <p:nvSpPr>
              <p:cNvPr id="186" name="Google Shape;186;gc5915ce685_2_560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7" name="Google Shape;187;gc5915ce685_2_560"/>
              <p:cNvCxnSpPr>
                <a:stCxn id="186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8" name="Google Shape;188;gc5915ce685_2_560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9" name="Google Shape;189;gc5915ce685_2_560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gc5915ce685_2_560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91" name="Google Shape;191;gc5915ce685_2_560"/>
            <p:cNvSpPr txBox="1"/>
            <p:nvPr/>
          </p:nvSpPr>
          <p:spPr>
            <a:xfrm>
              <a:off x="6787882" y="3691884"/>
              <a:ext cx="106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Engenheiro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2" name="Google Shape;192;gc5915ce685_2_560"/>
          <p:cNvCxnSpPr>
            <a:stCxn id="186" idx="0"/>
            <a:endCxn id="180" idx="2"/>
          </p:cNvCxnSpPr>
          <p:nvPr/>
        </p:nvCxnSpPr>
        <p:spPr>
          <a:xfrm flipH="1" rot="5400000">
            <a:off x="5149697" y="309661"/>
            <a:ext cx="726600" cy="2082300"/>
          </a:xfrm>
          <a:prstGeom prst="curvedConnector3">
            <a:avLst>
              <a:gd fmla="val 4642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gc5915ce685_2_560"/>
          <p:cNvCxnSpPr>
            <a:stCxn id="182" idx="2"/>
            <a:endCxn id="194" idx="1"/>
          </p:cNvCxnSpPr>
          <p:nvPr/>
        </p:nvCxnSpPr>
        <p:spPr>
          <a:xfrm flipH="1" rot="-5400000">
            <a:off x="3529602" y="2254363"/>
            <a:ext cx="1137300" cy="1419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gc5915ce685_2_560"/>
          <p:cNvSpPr/>
          <p:nvPr/>
        </p:nvSpPr>
        <p:spPr>
          <a:xfrm>
            <a:off x="4807825" y="3266600"/>
            <a:ext cx="1723200" cy="531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Realizar </a:t>
            </a:r>
            <a:r>
              <a:rPr lang="pt-BR" sz="1000">
                <a:solidFill>
                  <a:schemeClr val="dk1"/>
                </a:solidFill>
              </a:rPr>
              <a:t>manutenções da rede elétrica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c5915ce685_2_560"/>
          <p:cNvSpPr/>
          <p:nvPr/>
        </p:nvSpPr>
        <p:spPr>
          <a:xfrm>
            <a:off x="2887452" y="1863613"/>
            <a:ext cx="1002600" cy="531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chemeClr val="dk1"/>
                </a:solidFill>
              </a:rPr>
              <a:t>Power Scada Operation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5915ce685_2_532"/>
          <p:cNvSpPr txBox="1"/>
          <p:nvPr/>
        </p:nvSpPr>
        <p:spPr>
          <a:xfrm>
            <a:off x="130400" y="1445725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c5915ce685_2_532"/>
          <p:cNvSpPr/>
          <p:nvPr/>
        </p:nvSpPr>
        <p:spPr>
          <a:xfrm>
            <a:off x="3529300" y="293950"/>
            <a:ext cx="1815000" cy="771900"/>
          </a:xfrm>
          <a:prstGeom prst="wave">
            <a:avLst>
              <a:gd fmla="val 6999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Evitar sobrecargas do sistema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01" name="Google Shape;201;gc5915ce685_2_532"/>
          <p:cNvCxnSpPr>
            <a:stCxn id="202" idx="0"/>
            <a:endCxn id="200" idx="2"/>
          </p:cNvCxnSpPr>
          <p:nvPr/>
        </p:nvCxnSpPr>
        <p:spPr>
          <a:xfrm rot="-5400000">
            <a:off x="3426352" y="889863"/>
            <a:ext cx="888600" cy="1132500"/>
          </a:xfrm>
          <a:prstGeom prst="curvedConnector3">
            <a:avLst>
              <a:gd fmla="val 4707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gc5915ce685_2_532"/>
          <p:cNvSpPr txBox="1"/>
          <p:nvPr/>
        </p:nvSpPr>
        <p:spPr>
          <a:xfrm>
            <a:off x="130400" y="2813122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gc5915ce685_2_532"/>
          <p:cNvGrpSpPr/>
          <p:nvPr/>
        </p:nvGrpSpPr>
        <p:grpSpPr>
          <a:xfrm>
            <a:off x="5209923" y="1750978"/>
            <a:ext cx="1283946" cy="830497"/>
            <a:chOff x="6628021" y="3204287"/>
            <a:chExt cx="1147200" cy="830497"/>
          </a:xfrm>
        </p:grpSpPr>
        <p:grpSp>
          <p:nvGrpSpPr>
            <p:cNvPr id="205" name="Google Shape;205;gc5915ce685_2_532"/>
            <p:cNvGrpSpPr/>
            <p:nvPr/>
          </p:nvGrpSpPr>
          <p:grpSpPr>
            <a:xfrm>
              <a:off x="7044734" y="3204287"/>
              <a:ext cx="308885" cy="587736"/>
              <a:chOff x="1499725" y="1450825"/>
              <a:chExt cx="497400" cy="843600"/>
            </a:xfrm>
          </p:grpSpPr>
          <p:sp>
            <p:nvSpPr>
              <p:cNvPr id="206" name="Google Shape;206;gc5915ce685_2_532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7" name="Google Shape;207;gc5915ce685_2_532"/>
              <p:cNvCxnSpPr>
                <a:stCxn id="206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8" name="Google Shape;208;gc5915ce685_2_532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9" name="Google Shape;209;gc5915ce685_2_532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0" name="Google Shape;210;gc5915ce685_2_532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11" name="Google Shape;211;gc5915ce685_2_532"/>
            <p:cNvSpPr txBox="1"/>
            <p:nvPr/>
          </p:nvSpPr>
          <p:spPr>
            <a:xfrm>
              <a:off x="6628021" y="3691884"/>
              <a:ext cx="1147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Engenheiro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2" name="Google Shape;212;gc5915ce685_2_532"/>
          <p:cNvCxnSpPr>
            <a:stCxn id="206" idx="0"/>
            <a:endCxn id="200" idx="2"/>
          </p:cNvCxnSpPr>
          <p:nvPr/>
        </p:nvCxnSpPr>
        <p:spPr>
          <a:xfrm flipH="1" rot="5400000">
            <a:off x="4775431" y="673078"/>
            <a:ext cx="739200" cy="1416600"/>
          </a:xfrm>
          <a:prstGeom prst="curvedConnector3">
            <a:avLst>
              <a:gd fmla="val 4648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gc5915ce685_2_532"/>
          <p:cNvCxnSpPr>
            <a:stCxn id="202" idx="2"/>
            <a:endCxn id="214" idx="1"/>
          </p:cNvCxnSpPr>
          <p:nvPr/>
        </p:nvCxnSpPr>
        <p:spPr>
          <a:xfrm flipH="1" rot="-5400000">
            <a:off x="3505852" y="2230563"/>
            <a:ext cx="1100400" cy="15033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gc5915ce685_2_532"/>
          <p:cNvSpPr/>
          <p:nvPr/>
        </p:nvSpPr>
        <p:spPr>
          <a:xfrm>
            <a:off x="4807825" y="3266600"/>
            <a:ext cx="1723200" cy="531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pt-BR" sz="1000"/>
              <a:t>Impedir que o sistema sobrecarregue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c5915ce685_2_532"/>
          <p:cNvSpPr/>
          <p:nvPr/>
        </p:nvSpPr>
        <p:spPr>
          <a:xfrm>
            <a:off x="2803102" y="1900413"/>
            <a:ext cx="1002600" cy="531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chemeClr val="dk1"/>
                </a:solidFill>
              </a:rPr>
              <a:t>Power Scada Operation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c5915ce685_2_504"/>
          <p:cNvSpPr txBox="1"/>
          <p:nvPr/>
        </p:nvSpPr>
        <p:spPr>
          <a:xfrm>
            <a:off x="130400" y="1445725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c5915ce685_2_504"/>
          <p:cNvSpPr/>
          <p:nvPr/>
        </p:nvSpPr>
        <p:spPr>
          <a:xfrm>
            <a:off x="3556875" y="309075"/>
            <a:ext cx="1815000" cy="771900"/>
          </a:xfrm>
          <a:prstGeom prst="wave">
            <a:avLst>
              <a:gd fmla="val 6999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Diagnosticar condições anormais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221" name="Google Shape;221;gc5915ce685_2_504"/>
          <p:cNvCxnSpPr>
            <a:stCxn id="222" idx="0"/>
            <a:endCxn id="220" idx="2"/>
          </p:cNvCxnSpPr>
          <p:nvPr/>
        </p:nvCxnSpPr>
        <p:spPr>
          <a:xfrm rot="-5400000">
            <a:off x="3761877" y="1161013"/>
            <a:ext cx="836700" cy="568500"/>
          </a:xfrm>
          <a:prstGeom prst="curvedConnector3">
            <a:avLst>
              <a:gd fmla="val 468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gc5915ce685_2_504"/>
          <p:cNvSpPr txBox="1"/>
          <p:nvPr/>
        </p:nvSpPr>
        <p:spPr>
          <a:xfrm>
            <a:off x="130400" y="2813122"/>
            <a:ext cx="8542500" cy="13674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gc5915ce685_2_504"/>
          <p:cNvGrpSpPr/>
          <p:nvPr/>
        </p:nvGrpSpPr>
        <p:grpSpPr>
          <a:xfrm>
            <a:off x="5777737" y="1713932"/>
            <a:ext cx="1144256" cy="934470"/>
            <a:chOff x="6652778" y="3204287"/>
            <a:chExt cx="1084500" cy="830493"/>
          </a:xfrm>
        </p:grpSpPr>
        <p:grpSp>
          <p:nvGrpSpPr>
            <p:cNvPr id="225" name="Google Shape;225;gc5915ce685_2_504"/>
            <p:cNvGrpSpPr/>
            <p:nvPr/>
          </p:nvGrpSpPr>
          <p:grpSpPr>
            <a:xfrm>
              <a:off x="7044734" y="3204287"/>
              <a:ext cx="308885" cy="587736"/>
              <a:chOff x="1499725" y="1450825"/>
              <a:chExt cx="497400" cy="843600"/>
            </a:xfrm>
          </p:grpSpPr>
          <p:sp>
            <p:nvSpPr>
              <p:cNvPr id="226" name="Google Shape;226;gc5915ce685_2_504"/>
              <p:cNvSpPr/>
              <p:nvPr/>
            </p:nvSpPr>
            <p:spPr>
              <a:xfrm>
                <a:off x="1597825" y="1450825"/>
                <a:ext cx="313200" cy="281400"/>
              </a:xfrm>
              <a:prstGeom prst="flowChartConnector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7" name="Google Shape;227;gc5915ce685_2_504"/>
              <p:cNvCxnSpPr>
                <a:stCxn id="226" idx="4"/>
              </p:cNvCxnSpPr>
              <p:nvPr/>
            </p:nvCxnSpPr>
            <p:spPr>
              <a:xfrm flipH="1">
                <a:off x="1748725" y="1732225"/>
                <a:ext cx="5700" cy="293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8" name="Google Shape;228;gc5915ce685_2_504"/>
              <p:cNvCxnSpPr/>
              <p:nvPr/>
            </p:nvCxnSpPr>
            <p:spPr>
              <a:xfrm>
                <a:off x="1527475" y="1858775"/>
                <a:ext cx="453900" cy="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9" name="Google Shape;229;gc5915ce685_2_504"/>
              <p:cNvCxnSpPr/>
              <p:nvPr/>
            </p:nvCxnSpPr>
            <p:spPr>
              <a:xfrm flipH="1">
                <a:off x="14997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0" name="Google Shape;230;gc5915ce685_2_504"/>
              <p:cNvCxnSpPr/>
              <p:nvPr/>
            </p:nvCxnSpPr>
            <p:spPr>
              <a:xfrm rot="10800000">
                <a:off x="1748425" y="2022925"/>
                <a:ext cx="248700" cy="27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31" name="Google Shape;231;gc5915ce685_2_504"/>
            <p:cNvSpPr txBox="1"/>
            <p:nvPr/>
          </p:nvSpPr>
          <p:spPr>
            <a:xfrm>
              <a:off x="6652778" y="3691880"/>
              <a:ext cx="108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Engenheiro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2" name="Google Shape;232;gc5915ce685_2_504"/>
          <p:cNvCxnSpPr>
            <a:stCxn id="226" idx="0"/>
            <a:endCxn id="220" idx="2"/>
          </p:cNvCxnSpPr>
          <p:nvPr/>
        </p:nvCxnSpPr>
        <p:spPr>
          <a:xfrm flipH="1" rot="5400000">
            <a:off x="5067723" y="423482"/>
            <a:ext cx="687000" cy="1893900"/>
          </a:xfrm>
          <a:prstGeom prst="curvedConnector3">
            <a:avLst>
              <a:gd fmla="val 462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gc5915ce685_2_504"/>
          <p:cNvCxnSpPr>
            <a:stCxn id="222" idx="2"/>
            <a:endCxn id="234" idx="1"/>
          </p:cNvCxnSpPr>
          <p:nvPr/>
        </p:nvCxnSpPr>
        <p:spPr>
          <a:xfrm flipH="1" rot="-5400000">
            <a:off x="3783177" y="2508013"/>
            <a:ext cx="1137300" cy="911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gc5915ce685_2_504"/>
          <p:cNvSpPr/>
          <p:nvPr/>
        </p:nvSpPr>
        <p:spPr>
          <a:xfrm>
            <a:off x="4807825" y="3266600"/>
            <a:ext cx="1723200" cy="531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pt-BR" sz="1000"/>
              <a:t>Identificar</a:t>
            </a:r>
            <a:r>
              <a:rPr lang="pt-BR" sz="1000"/>
              <a:t> </a:t>
            </a:r>
            <a:r>
              <a:rPr lang="pt-BR" sz="1000"/>
              <a:t>condições</a:t>
            </a:r>
            <a:r>
              <a:rPr lang="pt-BR" sz="1000"/>
              <a:t> anormais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c5915ce685_2_504"/>
          <p:cNvSpPr/>
          <p:nvPr/>
        </p:nvSpPr>
        <p:spPr>
          <a:xfrm>
            <a:off x="3394677" y="1863613"/>
            <a:ext cx="1002600" cy="531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chemeClr val="dk1"/>
                </a:solidFill>
              </a:rPr>
              <a:t>Power Scada Operation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