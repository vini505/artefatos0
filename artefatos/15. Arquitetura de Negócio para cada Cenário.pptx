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</p:sldIdLst>
  <p:sldSz cy="6858000" cx="12192000"/>
  <p:notesSz cx="6858000" cy="9144000"/>
  <p:embeddedFontLst>
    <p:embeddedFont>
      <p:font typeface="Gill Sans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12" roundtripDataSignature="AMtx7mhtabetxQsPdFOXU2jjN0cVkxNMK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schemas.openxmlformats.org/officeDocument/2006/relationships/font" Target="fonts/GillSans-bold.fntdata"/><Relationship Id="rId10" Type="http://schemas.openxmlformats.org/officeDocument/2006/relationships/font" Target="fonts/GillSans-regular.fntdata"/><Relationship Id="rId12" Type="http://customschemas.google.com/relationships/presentationmetadata" Target="metadata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c8f3f894b5_7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gc8f3f894b5_7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c8f3f894b5_7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gc8f3f894b5_7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c8f3f894b5_7_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gc8f3f894b5_7_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3" name="Google Shape;23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1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1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1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title"/>
          </p:nvPr>
        </p:nvSpPr>
        <p:spPr>
          <a:xfrm>
            <a:off x="838200" y="44512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Contexto de Negócio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1744393" y="3378701"/>
            <a:ext cx="1336431" cy="91440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/>
          </a:p>
        </p:txBody>
      </p:sp>
      <p:cxnSp>
        <p:nvCxnSpPr>
          <p:cNvPr id="90" name="Google Shape;90;p1"/>
          <p:cNvCxnSpPr>
            <a:stCxn id="89" idx="3"/>
            <a:endCxn id="91" idx="1"/>
          </p:cNvCxnSpPr>
          <p:nvPr/>
        </p:nvCxnSpPr>
        <p:spPr>
          <a:xfrm>
            <a:off x="3080824" y="3835901"/>
            <a:ext cx="3465300" cy="600"/>
          </a:xfrm>
          <a:prstGeom prst="curvedConnector3">
            <a:avLst>
              <a:gd fmla="val 50001" name="adj1"/>
            </a:avLst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2" name="Google Shape;92;p1"/>
          <p:cNvSpPr txBox="1"/>
          <p:nvPr/>
        </p:nvSpPr>
        <p:spPr>
          <a:xfrm>
            <a:off x="3347700" y="2234875"/>
            <a:ext cx="29316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Receber orçamento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Solicitar Conserto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Retirar o equipamento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Solicitar Conserto na Garantia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6546167" y="2398066"/>
            <a:ext cx="3610708" cy="287567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Manutenção de Computadores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</a:t>
            </a:r>
            <a:r>
              <a:rPr lang="pt-BR"/>
              <a:t>Receber orçamento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25680" y="2971800"/>
            <a:ext cx="2546100" cy="91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Setor de atendimento</a:t>
            </a:r>
            <a:endParaRPr sz="2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7341325" y="4306200"/>
            <a:ext cx="1501200" cy="6528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Efetuar o orçamento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2035125" y="3097655"/>
            <a:ext cx="1336431" cy="91440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/>
          </a:p>
        </p:txBody>
      </p:sp>
      <p:cxnSp>
        <p:nvCxnSpPr>
          <p:cNvPr id="101" name="Google Shape;101;p2"/>
          <p:cNvCxnSpPr>
            <a:stCxn id="100" idx="3"/>
            <a:endCxn id="98" idx="2"/>
          </p:cNvCxnSpPr>
          <p:nvPr/>
        </p:nvCxnSpPr>
        <p:spPr>
          <a:xfrm flipH="1" rot="10800000">
            <a:off x="3371556" y="3543155"/>
            <a:ext cx="3554100" cy="117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2" name="Google Shape;102;p2"/>
          <p:cNvSpPr/>
          <p:nvPr/>
        </p:nvSpPr>
        <p:spPr>
          <a:xfrm>
            <a:off x="6286517" y="2227241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Manutenção de Computadores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8088180" y="3886200"/>
            <a:ext cx="7500" cy="420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c8f3f894b5_7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Solicitar Conserto</a:t>
            </a:r>
            <a:endParaRPr/>
          </a:p>
        </p:txBody>
      </p:sp>
      <p:sp>
        <p:nvSpPr>
          <p:cNvPr id="109" name="Google Shape;109;gc8f3f894b5_7_0"/>
          <p:cNvSpPr/>
          <p:nvPr/>
        </p:nvSpPr>
        <p:spPr>
          <a:xfrm>
            <a:off x="6925680" y="2971800"/>
            <a:ext cx="2546100" cy="91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Setor </a:t>
            </a:r>
            <a:r>
              <a:rPr lang="pt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técnico</a:t>
            </a:r>
            <a:endParaRPr sz="2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10" name="Google Shape;110;gc8f3f894b5_7_0"/>
          <p:cNvSpPr/>
          <p:nvPr/>
        </p:nvSpPr>
        <p:spPr>
          <a:xfrm>
            <a:off x="7335625" y="4286525"/>
            <a:ext cx="1501200" cy="6528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Realizar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conserto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gc8f3f894b5_7_0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/>
          </a:p>
        </p:txBody>
      </p:sp>
      <p:cxnSp>
        <p:nvCxnSpPr>
          <p:cNvPr id="112" name="Google Shape;112;gc8f3f894b5_7_0"/>
          <p:cNvCxnSpPr>
            <a:stCxn id="111" idx="3"/>
            <a:endCxn id="109" idx="2"/>
          </p:cNvCxnSpPr>
          <p:nvPr/>
        </p:nvCxnSpPr>
        <p:spPr>
          <a:xfrm flipH="1" rot="10800000">
            <a:off x="3371625" y="3543155"/>
            <a:ext cx="3554100" cy="117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3" name="Google Shape;113;gc8f3f894b5_7_0"/>
          <p:cNvSpPr/>
          <p:nvPr/>
        </p:nvSpPr>
        <p:spPr>
          <a:xfrm>
            <a:off x="6279917" y="224131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Manutenção de Computadores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4" name="Google Shape;114;gc8f3f894b5_7_0"/>
          <p:cNvCxnSpPr>
            <a:stCxn id="109" idx="3"/>
            <a:endCxn id="110" idx="0"/>
          </p:cNvCxnSpPr>
          <p:nvPr/>
        </p:nvCxnSpPr>
        <p:spPr>
          <a:xfrm>
            <a:off x="8084430" y="3886200"/>
            <a:ext cx="1800" cy="400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c8f3f894b5_7_1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</a:t>
            </a:r>
            <a:r>
              <a:rPr lang="pt-BR"/>
              <a:t>Retirar o equipamento </a:t>
            </a:r>
            <a:endParaRPr/>
          </a:p>
        </p:txBody>
      </p:sp>
      <p:sp>
        <p:nvSpPr>
          <p:cNvPr id="120" name="Google Shape;120;gc8f3f894b5_7_10"/>
          <p:cNvSpPr/>
          <p:nvPr/>
        </p:nvSpPr>
        <p:spPr>
          <a:xfrm>
            <a:off x="6925680" y="2971800"/>
            <a:ext cx="2546100" cy="91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Setor de atendimento</a:t>
            </a:r>
            <a:endParaRPr sz="2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21" name="Google Shape;121;gc8f3f894b5_7_10"/>
          <p:cNvSpPr/>
          <p:nvPr/>
        </p:nvSpPr>
        <p:spPr>
          <a:xfrm>
            <a:off x="7341325" y="4306200"/>
            <a:ext cx="1501200" cy="6528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Entregar </a:t>
            </a: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equipamento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gc8f3f894b5_7_10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/>
          </a:p>
        </p:txBody>
      </p:sp>
      <p:cxnSp>
        <p:nvCxnSpPr>
          <p:cNvPr id="123" name="Google Shape;123;gc8f3f894b5_7_10"/>
          <p:cNvCxnSpPr>
            <a:stCxn id="122" idx="3"/>
            <a:endCxn id="120" idx="2"/>
          </p:cNvCxnSpPr>
          <p:nvPr/>
        </p:nvCxnSpPr>
        <p:spPr>
          <a:xfrm flipH="1" rot="10800000">
            <a:off x="3371625" y="3543155"/>
            <a:ext cx="3554100" cy="117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4" name="Google Shape;124;gc8f3f894b5_7_10"/>
          <p:cNvSpPr/>
          <p:nvPr/>
        </p:nvSpPr>
        <p:spPr>
          <a:xfrm>
            <a:off x="6286517" y="2335591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Manutenção de Computadores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5" name="Google Shape;125;gc8f3f894b5_7_10"/>
          <p:cNvCxnSpPr>
            <a:stCxn id="120" idx="3"/>
            <a:endCxn id="121" idx="0"/>
          </p:cNvCxnSpPr>
          <p:nvPr/>
        </p:nvCxnSpPr>
        <p:spPr>
          <a:xfrm>
            <a:off x="8084430" y="3886200"/>
            <a:ext cx="7500" cy="420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c8f3f894b5_7_2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</a:t>
            </a:r>
            <a:r>
              <a:rPr lang="pt-BR"/>
              <a:t>Solicitar Conserto na Garantia  </a:t>
            </a:r>
            <a:endParaRPr/>
          </a:p>
        </p:txBody>
      </p:sp>
      <p:sp>
        <p:nvSpPr>
          <p:cNvPr id="131" name="Google Shape;131;gc8f3f894b5_7_20"/>
          <p:cNvSpPr/>
          <p:nvPr/>
        </p:nvSpPr>
        <p:spPr>
          <a:xfrm>
            <a:off x="6925680" y="2971800"/>
            <a:ext cx="2546100" cy="91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Setor de atendimento</a:t>
            </a:r>
            <a:endParaRPr sz="2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32" name="Google Shape;132;gc8f3f894b5_7_20"/>
          <p:cNvSpPr/>
          <p:nvPr/>
        </p:nvSpPr>
        <p:spPr>
          <a:xfrm>
            <a:off x="7341325" y="4306200"/>
            <a:ext cx="1501200" cy="6528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Efetivar a garantia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gc8f3f894b5_7_20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/>
          </a:p>
        </p:txBody>
      </p:sp>
      <p:cxnSp>
        <p:nvCxnSpPr>
          <p:cNvPr id="134" name="Google Shape;134;gc8f3f894b5_7_20"/>
          <p:cNvCxnSpPr>
            <a:stCxn id="133" idx="3"/>
            <a:endCxn id="131" idx="2"/>
          </p:cNvCxnSpPr>
          <p:nvPr/>
        </p:nvCxnSpPr>
        <p:spPr>
          <a:xfrm flipH="1" rot="10800000">
            <a:off x="3371625" y="3543155"/>
            <a:ext cx="3554100" cy="117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5" name="Google Shape;135;gc8f3f894b5_7_20"/>
          <p:cNvSpPr/>
          <p:nvPr/>
        </p:nvSpPr>
        <p:spPr>
          <a:xfrm>
            <a:off x="6393317" y="2260241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Manutenção de Computadores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gc8f3f894b5_7_20"/>
          <p:cNvCxnSpPr>
            <a:stCxn id="131" idx="3"/>
            <a:endCxn id="132" idx="0"/>
          </p:cNvCxnSpPr>
          <p:nvPr/>
        </p:nvCxnSpPr>
        <p:spPr>
          <a:xfrm>
            <a:off x="8084430" y="3886200"/>
            <a:ext cx="7500" cy="420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